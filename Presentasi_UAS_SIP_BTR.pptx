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Sistem Informasi Perumahan Bumi Trimulyo (SIP-BTR)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Presentasi Proyek Akhir (UAS)</a:t>
            </a:r>
          </a:p>
          <a:p>
            <a:r>
              <a:t>Integrasi Frontend &amp; Backend Terpadu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 &amp; Tujuan Proyek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Transformasi Digital Rukun Tetangga (RT) dan Rukun Warga (RW).</a:t>
            </a:r>
          </a:p>
          <a:p>
            <a:pPr lvl="1"/>
            <a:r>
              <a:t>Meningkatkan transparansi dan kecepatan layanan administrasi.</a:t>
            </a:r>
          </a:p>
          <a:p>
            <a:pPr/>
            <a:r>
              <a:t>Fitur Utama:</a:t>
            </a:r>
          </a:p>
          <a:p>
            <a:pPr lvl="1"/>
            <a:r>
              <a:t>Manajemen Data Warga (KK &amp; Mutasi)</a:t>
            </a:r>
          </a:p>
          <a:p>
            <a:pPr lvl="1"/>
            <a:r>
              <a:t>Sistem Iuran Pengelolaan Lingkungan (IPL) &amp; Kas</a:t>
            </a:r>
          </a:p>
          <a:p>
            <a:pPr lvl="1"/>
            <a:r>
              <a:t>Administrasi Persuratan Terpusat</a:t>
            </a:r>
          </a:p>
          <a:p>
            <a:pPr lvl="1"/>
            <a:r>
              <a:t>Pemantauan Kesehatan Warga (Posyandu)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Aspek Teknologi (Tech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 ini menggunakan arsitektur modern (Decoupled Architecture).</a:t>
            </a:r>
          </a:p>
          <a:p>
            <a:pPr/>
            <a:r>
              <a:t>Backend: Laravel (PHP)</a:t>
            </a:r>
          </a:p>
          <a:p>
            <a:pPr lvl="1"/>
            <a:r>
              <a:t>API RESTful untuk komunikasi data.</a:t>
            </a:r>
          </a:p>
          <a:p>
            <a:pPr lvl="1"/>
            <a:r>
              <a:t>Manajemen basis data menggunakan MySQL &amp; Eloquent ORM.</a:t>
            </a:r>
          </a:p>
          <a:p>
            <a:pPr lvl="1"/>
            <a:r>
              <a:t>Autentikasi menggunakan Laravel Sanctum (Token-based).</a:t>
            </a:r>
          </a:p>
          <a:p>
            <a:pPr/>
            <a:r>
              <a:t>Frontend: Next.js (React &amp; TypeScript)</a:t>
            </a:r>
          </a:p>
          <a:p>
            <a:pPr lvl="1"/>
            <a:r>
              <a:t>Render dinamis (Client-Side) dan navigasi cepat.</a:t>
            </a:r>
          </a:p>
          <a:p>
            <a:pPr lvl="1"/>
            <a:r>
              <a:t>Tailwind CSS untuk antarmuka pengguna yang responsif &amp; estetis.</a:t>
            </a:r>
          </a:p>
          <a:p>
            <a:pPr lvl="1"/>
            <a:r>
              <a:t>Card-Layout untuk kemudahan akses di perangkat mobile (HP).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Aktor &amp; Hak Akses (Multi-Role)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 mendukung berbagai tingkat hierarki kepengurusan.</a:t>
            </a:r>
          </a:p>
          <a:p>
            <a:pPr lvl="1"/>
            <a:r>
              <a:t>Pengurus RW: Ketua RW, Sekretaris RW, Bendahara RW.</a:t>
            </a:r>
          </a:p>
          <a:p>
            <a:pPr lvl="2"/>
            <a:r>
              <a:t>Fokus pada rekapitulasi data gabungan antar RT dan validasi surat akhir.</a:t>
            </a:r>
          </a:p>
          <a:p>
            <a:pPr lvl="1"/>
            <a:r>
              <a:t>Pengurus RT: Ketua RT, Sekretaris RT, Bendahara RT.</a:t>
            </a:r>
          </a:p>
          <a:p>
            <a:pPr lvl="2"/>
            <a:r>
              <a:t>Fokus pada manajemen warga lokal, penarikan IPL, dan verifikasi awal.</a:t>
            </a:r>
          </a:p>
          <a:p>
            <a:pPr lvl="1"/>
            <a:r>
              <a:t>Petugas Lapangan: Satpam (Keamanan) &amp; Kader Posyandu.</a:t>
            </a:r>
          </a:p>
          <a:p>
            <a:pPr lvl="2"/>
            <a:r>
              <a:t>Fokus pada fungsi khusus seperti pencatatan kesehatan &amp; log kunjungan.</a:t>
            </a:r>
          </a:p>
          <a:p>
            <a:pPr lvl="1"/>
            <a:r>
              <a:t>Warga Biasa:</a:t>
            </a:r>
          </a:p>
          <a:p>
            <a:pPr lvl="2"/>
            <a:r>
              <a:t>Mengajukan surat, melihat riwayat pembayaran, melaporkan perpindahan.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Alur Bisnis: Kependudukan &amp; Mutasi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Pencatatan data keluarga dinamis berbasis Kartu Keluarga (KK).</a:t>
            </a:r>
          </a:p>
          <a:p>
            <a:pPr/>
            <a:r>
              <a:t>Mutasi / Pindah Rumah:</a:t>
            </a:r>
          </a:p>
          <a:p>
            <a:pPr lvl="1"/>
            <a:r>
              <a:t>Warga mengajukan permohonan pindah secara mandiri melalui dasbor.</a:t>
            </a:r>
          </a:p>
          <a:p>
            <a:pPr lvl="1"/>
            <a:r>
              <a:t>Pilihan pindah: Dalam RT, Lintas RT, atau Keluar Perumahan.</a:t>
            </a:r>
          </a:p>
          <a:p>
            <a:pPr lvl="1"/>
            <a:r>
              <a:t>Sistem mengirimkan 'Alert' kepada Ketua RT.</a:t>
            </a:r>
          </a:p>
          <a:p>
            <a:pPr lvl="1"/>
            <a:r>
              <a:t>Setelah di-Approve oleh Pengurus, data rumah &amp; RT otomatis ter-update.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Alur Bisnis: Keuangan &amp; Kas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Digitalisasi transparansi iuran.</a:t>
            </a:r>
          </a:p>
          <a:p>
            <a:pPr/>
            <a:r>
              <a:t>Dompet Warga (Wallet):</a:t>
            </a:r>
          </a:p>
          <a:p>
            <a:pPr lvl="1"/>
            <a:r>
              <a:t>Warga melakukan Top-Up dan mengunggah bukti transfer.</a:t>
            </a:r>
          </a:p>
          <a:p>
            <a:pPr lvl="1"/>
            <a:r>
              <a:t>Status awal 'Pending'. Bendahara RT menyetujui, lalu saldo bertambah.</a:t>
            </a:r>
          </a:p>
          <a:p>
            <a:pPr/>
            <a:r>
              <a:t>Iuran Pengelolaan Lingkungan (IPL):</a:t>
            </a:r>
          </a:p>
          <a:p>
            <a:pPr lvl="1"/>
            <a:r>
              <a:t>Tagihan otomatis (Generate Billing) setiap awal bulan oleh Bendahara RT.</a:t>
            </a:r>
          </a:p>
          <a:p>
            <a:pPr lvl="1"/>
            <a:r>
              <a:t>Warga dapat membayar dengan fitur Potong Saldo (Wallet) secara instan.</a:t>
            </a:r>
          </a:p>
          <a:p>
            <a:pPr lvl="1"/>
            <a:r>
              <a:t>Pembagian Persentase Kas: Sebagian kas masuk ke RT, sebagian disetor ke RW.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Alur Bisnis: Persuratan (Paperless)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Menghilangkan birokrasi manual pembuatan Surat Pengantar.</a:t>
            </a:r>
          </a:p>
          <a:p>
            <a:pPr lvl="1"/>
            <a:r>
              <a:t>Tahap 1: Warga mengisi form &amp; mengunggah dokumen di aplikasi.</a:t>
            </a:r>
          </a:p>
          <a:p>
            <a:pPr lvl="1"/>
            <a:r>
              <a:t>Tahap 2: Sekretaris RT / Ketua RT memberikan verifikasi digital.</a:t>
            </a:r>
          </a:p>
          <a:p>
            <a:pPr lvl="1"/>
            <a:r>
              <a:t>Tahap 3: Sekretaris RW / Ketua RW menerbitkan persetujuan akhir.</a:t>
            </a:r>
          </a:p>
          <a:p>
            <a:pPr lvl="1"/>
            <a:r>
              <a:t>Tahap 4: Surat cetak dapat dihasilkan dengan status terverifikasi.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Alur Bisnis: Posyandu &amp; Kesehatan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Pencatatan riwayat kesehatan warga rentan.</a:t>
            </a:r>
          </a:p>
          <a:p>
            <a:pPr lvl="1"/>
            <a:r>
              <a:t>Balita: Pemantauan tumbuh kembang (Berat &amp; Tinggi Badan).</a:t>
            </a:r>
          </a:p>
          <a:p>
            <a:pPr lvl="1"/>
            <a:r>
              <a:t>Lansia: Pemantauan tekanan darah (Tensi) secara berkala.</a:t>
            </a:r>
          </a:p>
          <a:p>
            <a:pPr lvl="1"/>
            <a:r>
              <a:t>Responsif Mobile: Tampilan dirancang berbentuk 'Card Layout' untuk kemudahan kader memasukkan data langsung di lapangan melalui Smartphone.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 &amp; Pencapaian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SIP-BTR memodernisasi tata kelola lingkungan dengan:</a:t>
            </a:r>
          </a:p>
          <a:p>
            <a:pPr lvl="1"/>
            <a:r>
              <a:t>Pengalaman Pengguna (UX) yang sangat diperhatikan (Responsif &amp; Estetis).</a:t>
            </a:r>
          </a:p>
          <a:p>
            <a:pPr lvl="1"/>
            <a:r>
              <a:t>Integritas Data yang kuat antar hierarki RT/RW.</a:t>
            </a:r>
          </a:p>
          <a:p>
            <a:pPr lvl="1"/>
            <a:r>
              <a:t>Otomatisasi Finansial (Potong Saldo IPL, Setoran RW) yang menghilangkan kerumitan pembukuan manual.</a:t>
            </a:r>
          </a:p>
          <a:p>
            <a:pPr lvl="1"/>
            <a:r>
              <a:t>Kesiapan Produksi (Production-Ready) menggunakan arsitektur Laravel &amp; Next.js.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